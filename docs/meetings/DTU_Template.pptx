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2" r:id="rId12"/>
  </p:sldMasterIdLst>
  <p:notesMasterIdLst>
    <p:notesMasterId r:id="rId16"/>
  </p:notesMasterIdLst>
  <p:handoutMasterIdLst>
    <p:handoutMasterId r:id="rId17"/>
  </p:handoutMasterIdLst>
  <p:sldIdLst>
    <p:sldId id="256" r:id="rId13"/>
    <p:sldId id="260" r:id="rId14"/>
    <p:sldId id="257" r:id="rId15"/>
  </p:sldIdLst>
  <p:sldSz cx="12190413" cy="6858000"/>
  <p:notesSz cx="6858000" cy="9144000"/>
  <p:custDataLst>
    <p:tags r:id="rId18"/>
  </p:custDataLst>
  <p:defaultTextStyle>
    <a:defPPr>
      <a:defRPr lang="da-DK"/>
    </a:defPPr>
    <a:lvl1pPr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1pPr>
    <a:lvl2pPr marL="4572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2pPr>
    <a:lvl3pPr marL="9144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3pPr>
    <a:lvl4pPr marL="13716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4pPr>
    <a:lvl5pPr marL="18288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990000"/>
    <a:srgbClr val="000000"/>
    <a:srgbClr val="FFCC00"/>
    <a:srgbClr val="FF6600"/>
    <a:srgbClr val="FF0000"/>
    <a:srgbClr val="FF0099"/>
    <a:srgbClr val="CC3399"/>
    <a:srgbClr val="660066"/>
    <a:srgbClr val="66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6098" autoAdjust="0"/>
  </p:normalViewPr>
  <p:slideViewPr>
    <p:cSldViewPr showGuides="1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8.xml"/><Relationship Id="rId13" Type="http://schemas.openxmlformats.org/officeDocument/2006/relationships/slide" Target="slides/slide1.xml"/><Relationship Id="rId18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customXml" Target="../customXml/item7.xml"/><Relationship Id="rId12" Type="http://schemas.openxmlformats.org/officeDocument/2006/relationships/slideMaster" Target="slideMasters/slideMaster1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5" Type="http://schemas.openxmlformats.org/officeDocument/2006/relationships/customXml" Target="../customXml/item5.xml"/><Relationship Id="rId15" Type="http://schemas.openxmlformats.org/officeDocument/2006/relationships/slide" Target="slides/slide3.xml"/><Relationship Id="rId10" Type="http://schemas.openxmlformats.org/officeDocument/2006/relationships/customXml" Target="../customXml/item10.xml"/><Relationship Id="rId19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slide" Target="slides/slide2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/>
            </a:lvl1pPr>
          </a:lstStyle>
          <a:p>
            <a:fld id="{491ECFBD-4A0D-4BCF-98A8-E205F44719BF}" type="slidenum">
              <a:rPr lang="da-DK" smtClean="0">
                <a:latin typeface="Arial" panose="020B0604020202020204" pitchFamily="34" charset="0"/>
              </a:rPr>
              <a:pPr/>
              <a:t>‹#›</a:t>
            </a:fld>
            <a:endParaRPr lang="da-DK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8099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2588" y="685800"/>
            <a:ext cx="6092825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Master </a:t>
            </a:r>
            <a:r>
              <a:rPr lang="da-DK" dirty="0" err="1"/>
              <a:t>text</a:t>
            </a:r>
            <a:r>
              <a:rPr lang="da-DK" dirty="0"/>
              <a:t> </a:t>
            </a:r>
            <a:r>
              <a:rPr lang="da-DK" dirty="0" err="1"/>
              <a:t>styles</a:t>
            </a:r>
            <a:endParaRPr lang="da-DK" dirty="0"/>
          </a:p>
          <a:p>
            <a:pPr lvl="1"/>
            <a:r>
              <a:rPr lang="da-DK" dirty="0"/>
              <a:t>Second </a:t>
            </a:r>
            <a:r>
              <a:rPr lang="da-DK" dirty="0" err="1"/>
              <a:t>level</a:t>
            </a:r>
            <a:endParaRPr lang="da-DK" dirty="0"/>
          </a:p>
          <a:p>
            <a:pPr lvl="2"/>
            <a:r>
              <a:rPr lang="da-DK" dirty="0"/>
              <a:t>Third </a:t>
            </a:r>
            <a:r>
              <a:rPr lang="da-DK" dirty="0" err="1"/>
              <a:t>level</a:t>
            </a:r>
            <a:endParaRPr lang="da-DK" dirty="0"/>
          </a:p>
          <a:p>
            <a:pPr lvl="3"/>
            <a:r>
              <a:rPr lang="da-DK" dirty="0" err="1"/>
              <a:t>Fourth</a:t>
            </a:r>
            <a:r>
              <a:rPr lang="da-DK" dirty="0"/>
              <a:t> </a:t>
            </a:r>
            <a:r>
              <a:rPr lang="da-DK" dirty="0" err="1"/>
              <a:t>level</a:t>
            </a:r>
            <a:endParaRPr lang="da-DK" dirty="0"/>
          </a:p>
          <a:p>
            <a:pPr lvl="4"/>
            <a:r>
              <a:rPr lang="da-DK" dirty="0"/>
              <a:t>Fifth </a:t>
            </a:r>
            <a:r>
              <a:rPr lang="da-DK" dirty="0" err="1"/>
              <a:t>level</a:t>
            </a:r>
            <a:endParaRPr lang="da-DK" dirty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fld id="{C734BB09-483B-4C4B-A5A4-C02A22055B01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7783607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1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605239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1" name="Logo white">
            <a:extLst>
              <a:ext uri="{FF2B5EF4-FFF2-40B4-BE49-F238E27FC236}">
                <a16:creationId xmlns:a16="http://schemas.microsoft.com/office/drawing/2014/main" id="{275A6477-FE3A-4D40-B1FE-E46C11E344A5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59" y="3545117"/>
            <a:ext cx="10840028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072" y="1704975"/>
            <a:ext cx="10840028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  <a:endParaRPr lang="en-GB" noProof="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58E75EC-EF76-589D-0066-5EFD32568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763D84D-6ED3-F4CB-D6ED-4CFB218D0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Title</a:t>
            </a:r>
            <a:endParaRPr lang="da-DK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CB2228E-DECD-A1FF-31EB-394A35796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2272145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59" y="3545117"/>
            <a:ext cx="10840028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072" y="1704975"/>
            <a:ext cx="10840028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  <a:endParaRPr lang="en-GB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26E83F-35F3-7C0A-C83E-AFDCA3467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99C46A-00A5-B620-01F4-AB9FA3E67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Title</a:t>
            </a:r>
            <a:endParaRPr lang="da-DK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12648B-3179-ABFE-F3AA-427613837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259193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48A0E3C-0CE1-4BBF-A912-5A81BF3B7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4800" y="1706400"/>
            <a:ext cx="9312374" cy="45455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209954EC-B8D9-8075-FC9F-D3764E46C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CFBBF02-CCAC-D246-2188-663E067FE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Title</a:t>
            </a:r>
            <a:endParaRPr lang="da-DK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8AD440C-0797-9C1A-F3D9-3529DA26E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187774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 userDrawn="1">
          <p15:clr>
            <a:srgbClr val="F26B43"/>
          </p15:clr>
        </p15:guide>
        <p15:guide id="2" pos="1117" userDrawn="1">
          <p15:clr>
            <a:srgbClr val="F26B43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EB1D5E1-0C4E-4A74-BE37-26307F7E2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9312374" cy="9727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74800" y="1706399"/>
            <a:ext cx="4410177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78001" y="1706399"/>
            <a:ext cx="4409100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2499420-B0E8-4C8A-8C00-E21262271A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3EE7F0E-E606-41AC-BBBF-B5AECB1112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775E03-BE23-9277-8686-60549E4E73B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57112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8" userDrawn="1">
          <p15:clr>
            <a:srgbClr val="F26B43"/>
          </p15:clr>
        </p15:guide>
        <p15:guide id="2" pos="3896" userDrawn="1">
          <p15:clr>
            <a:srgbClr val="F26B43"/>
          </p15:clr>
        </p15:guide>
        <p15:guide id="3" pos="4205" userDrawn="1">
          <p15:clr>
            <a:srgbClr val="F26B43"/>
          </p15:clr>
        </p15:guide>
        <p15:guide id="4" pos="6984" userDrawn="1">
          <p15:clr>
            <a:srgbClr val="F26B43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90A2595F-A737-4D92-946C-EC0BBF885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6048672" cy="9727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4726" y="1706328"/>
            <a:ext cx="6048672" cy="45455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31213" y="849734"/>
            <a:ext cx="3859200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331213" y="3563718"/>
            <a:ext cx="3859200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  <a:p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2986237-C7E2-4498-82A4-361A340A650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64EEF-2B63-484E-803A-4FCD66F243A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6AB93-5959-29D5-C0C8-6B37FCF5F141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2670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27" userDrawn="1">
          <p15:clr>
            <a:srgbClr val="F26B43"/>
          </p15:clr>
        </p15:guide>
        <p15:guide id="2" pos="5247" userDrawn="1">
          <p15:clr>
            <a:srgbClr val="F26B43"/>
          </p15:clr>
        </p15:guide>
        <p15:guide id="3" pos="1117" userDrawn="1">
          <p15:clr>
            <a:srgbClr val="F26B43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92213382-11A1-48CE-B0A0-D8A7D2686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360" y="426127"/>
            <a:ext cx="6865740" cy="9727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1360" y="1706328"/>
            <a:ext cx="6865740" cy="45455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1314523"/>
            <a:ext cx="3708000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" y="3968153"/>
            <a:ext cx="3708000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  <a:p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E26B732-1A52-4AA9-89FC-8FC5439E40D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5D0DC-E43F-43DA-AA0F-C0C54C8939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45D79-EFF9-98D6-B066-40CEED6C2E2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35623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 userDrawn="1">
          <p15:clr>
            <a:srgbClr val="F26B43"/>
          </p15:clr>
        </p15:guide>
        <p15:guide id="2" pos="2660" userDrawn="1">
          <p15:clr>
            <a:srgbClr val="F26B43"/>
          </p15:clr>
        </p15:guide>
        <p15:guide id="3" pos="2335" userDrawn="1">
          <p15:clr>
            <a:srgbClr val="F26B43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953C3-F3F7-4638-96F8-7CF20CB55E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7650" y="980727"/>
            <a:ext cx="3740400" cy="418115"/>
          </a:xfrm>
        </p:spPr>
        <p:txBody>
          <a:bodyPr/>
          <a:lstStyle>
            <a:lvl1pPr>
              <a:defRPr sz="2400"/>
            </a:lvl1pPr>
          </a:lstStyle>
          <a:p>
            <a:r>
              <a:rPr lang="en-GB"/>
              <a:t>Click to add title one line</a:t>
            </a:r>
            <a:endParaRPr lang="en-GB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C0DB591-4602-46B3-B1C3-1E64148AB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" y="4407150"/>
            <a:ext cx="3740400" cy="184442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8416079-1CFC-426F-A6ED-5AB355FC545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22750" y="979200"/>
            <a:ext cx="3740400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GB"/>
              <a:t>Click to add title one line</a:t>
            </a:r>
            <a:endParaRPr lang="en-GB" dirty="0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D358873C-68BF-4E89-B536-B3248F2B25FE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222750" y="4406899"/>
            <a:ext cx="3740401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69A0E900-1FE2-4CC1-B435-93F3A118935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7850" y="979200"/>
            <a:ext cx="3740400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GB"/>
              <a:t>Click to add title one line</a:t>
            </a:r>
            <a:endParaRPr lang="en-GB" dirty="0"/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E094886A-F110-4851-B1DA-8DFC40D509F8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8197850" y="4406899"/>
            <a:ext cx="3740400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1B02311-54A6-4455-B615-BBCA0DA742E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47650" y="1546282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710A5827-3485-49A0-81F0-FF89EE34B80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23149" y="1548581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E27B0558-FCB8-4A55-9BA9-182DFF0387F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198648" y="1546282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346B4F-F02C-40EC-9B70-932B18214C6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7EB69-BB5A-407E-BF0A-1CB9B24506D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CDBA22-AE55-C68A-132F-A826D0B0C740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63740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>
          <p15:clr>
            <a:srgbClr val="F26B43"/>
          </p15:clr>
        </p15:guide>
        <p15:guide id="2" pos="7522" userDrawn="1">
          <p15:clr>
            <a:srgbClr val="F26B43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297DEAA-3B7B-49C7-8C28-3F21F36A9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1F74546-9D06-4CF7-806D-E04B043BF5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53AB3-8AAF-469F-AD3F-AE5E1A39D7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A33A1D-DD6A-46E6-9477-D1471332CB1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845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7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ogo og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75ABF-082F-4A38-B952-09157E37A81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A39F3A-7714-4FD6-9132-D60FFA220D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E183DE-20D3-DB32-ED9D-43A02E676CA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9264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ront/Pause 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ackground">
            <a:extLst>
              <a:ext uri="{FF2B5EF4-FFF2-40B4-BE49-F238E27FC236}">
                <a16:creationId xmlns:a16="http://schemas.microsoft.com/office/drawing/2014/main" id="{AF9D3C51-A276-4E1F-B6B6-FD6A4E17EE28}"/>
              </a:ext>
            </a:extLst>
          </p:cNvPr>
          <p:cNvSpPr/>
          <p:nvPr userDrawn="1"/>
        </p:nvSpPr>
        <p:spPr bwMode="auto">
          <a:xfrm>
            <a:off x="0" y="0"/>
            <a:ext cx="12193200" cy="68616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C9776080-6230-4AB8-AB28-4D6744DD01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da-DK"/>
              <a:t>Date</a:t>
            </a:r>
            <a:endParaRPr lang="en-GB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2B7FFAE6-D148-4A15-9DFC-7D71B8202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/>
              <a:t>Title</a:t>
            </a:r>
            <a:endParaRPr lang="en-GB"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3125B57E-AFC7-4517-B327-461DB01D2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Logo color">
            <a:extLst>
              <a:ext uri="{FF2B5EF4-FFF2-40B4-BE49-F238E27FC236}">
                <a16:creationId xmlns:a16="http://schemas.microsoft.com/office/drawing/2014/main" id="{B0EE486B-843B-49D6-90AE-5093AB56E30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0539" y="1651373"/>
            <a:ext cx="2388323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1786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/Pause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>
            <a:extLst>
              <a:ext uri="{FF2B5EF4-FFF2-40B4-BE49-F238E27FC236}">
                <a16:creationId xmlns:a16="http://schemas.microsoft.com/office/drawing/2014/main" id="{A3420087-96DF-432F-B192-585D42BF6A4E}"/>
              </a:ext>
            </a:extLst>
          </p:cNvPr>
          <p:cNvSpPr/>
          <p:nvPr userDrawn="1"/>
        </p:nvSpPr>
        <p:spPr bwMode="auto">
          <a:xfrm>
            <a:off x="0" y="0"/>
            <a:ext cx="12193200" cy="6861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3" name="Logo color">
            <a:extLst>
              <a:ext uri="{FF2B5EF4-FFF2-40B4-BE49-F238E27FC236}">
                <a16:creationId xmlns:a16="http://schemas.microsoft.com/office/drawing/2014/main" id="{09BBEE10-6A59-474F-B766-7643F97F869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0539" y="1651373"/>
            <a:ext cx="2388323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99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AF062B26-8169-4B93-8FD8-CFDB0855A9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da-DK"/>
              <a:t>Date</a:t>
            </a:r>
            <a:endParaRPr lang="en-GB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CA59923C-6F09-424E-AF1E-AC62326A9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/>
              <a:t>Title</a:t>
            </a:r>
            <a:endParaRPr lang="en-GB" dirty="0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4C299FA2-BF46-4410-B2CD-E3C80B7A9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Bottom bar">
            <a:extLst>
              <a:ext uri="{FF2B5EF4-FFF2-40B4-BE49-F238E27FC236}">
                <a16:creationId xmlns:a16="http://schemas.microsoft.com/office/drawing/2014/main" id="{495865CE-5BE9-4122-8AB8-48E534DD88F7}"/>
              </a:ext>
            </a:extLst>
          </p:cNvPr>
          <p:cNvSpPr/>
          <p:nvPr userDrawn="1"/>
        </p:nvSpPr>
        <p:spPr bwMode="auto">
          <a:xfrm>
            <a:off x="0" y="6541200"/>
            <a:ext cx="12193200" cy="3168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2" name="Top bar">
            <a:extLst>
              <a:ext uri="{FF2B5EF4-FFF2-40B4-BE49-F238E27FC236}">
                <a16:creationId xmlns:a16="http://schemas.microsoft.com/office/drawing/2014/main" id="{0D436479-94F3-475C-8F8D-D3CDC81793FD}"/>
              </a:ext>
            </a:extLst>
          </p:cNvPr>
          <p:cNvSpPr/>
          <p:nvPr userDrawn="1"/>
        </p:nvSpPr>
        <p:spPr bwMode="auto">
          <a:xfrm>
            <a:off x="0" y="0"/>
            <a:ext cx="12193200" cy="504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963761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ottom bar">
            <a:extLst>
              <a:ext uri="{FF2B5EF4-FFF2-40B4-BE49-F238E27FC236}">
                <a16:creationId xmlns:a16="http://schemas.microsoft.com/office/drawing/2014/main" id="{FFFFD011-0D94-46EE-B45C-787FE82C3B5E}"/>
              </a:ext>
            </a:extLst>
          </p:cNvPr>
          <p:cNvSpPr/>
          <p:nvPr userDrawn="1"/>
        </p:nvSpPr>
        <p:spPr bwMode="auto">
          <a:xfrm>
            <a:off x="0" y="6541200"/>
            <a:ext cx="12193200" cy="3168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" name="Logo color">
            <a:extLst>
              <a:ext uri="{FF2B5EF4-FFF2-40B4-BE49-F238E27FC236}">
                <a16:creationId xmlns:a16="http://schemas.microsoft.com/office/drawing/2014/main" id="{ADC92552-7939-46C1-AAFE-B97F51EBFFE9}"/>
              </a:ext>
            </a:extLst>
          </p:cNvPr>
          <p:cNvSpPr>
            <a:spLocks noChangeAspect="1"/>
          </p:cNvSpPr>
          <p:nvPr userDrawn="1">
            <p:custDataLst>
              <p:tags r:id="rId13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99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sp>
        <p:nvSpPr>
          <p:cNvPr id="3" name="FLD_Presentation Title"/>
          <p:cNvSpPr>
            <a:spLocks noGrp="1"/>
          </p:cNvSpPr>
          <p:nvPr>
            <p:ph type="ftr" sz="quarter" idx="3"/>
          </p:nvPr>
        </p:nvSpPr>
        <p:spPr>
          <a:xfrm>
            <a:off x="5590800" y="6541200"/>
            <a:ext cx="5497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spcBef>
                <a:spcPts val="0"/>
              </a:spcBef>
              <a:defRPr sz="7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da-DK"/>
              <a:t>Title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700" b="1">
                <a:solidFill>
                  <a:schemeClr val="bg1"/>
                </a:solidFill>
                <a:latin typeface="+mn-lt"/>
              </a:defRPr>
            </a:lvl1pPr>
          </a:lstStyle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74726" y="426127"/>
            <a:ext cx="9312374" cy="97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da-DK" dirty="0"/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74726" y="1706328"/>
            <a:ext cx="9312374" cy="4545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3676" name="text" descr="{&quot;templafy&quot;:{&quot;type&quot;:&quot;text&quot;,&quot;binding&quot;:&quot;UserProfile.Offices.Workarea_{{DocumentLanguage}}&quot;}}" title="UserProfile.Offices.Workarea_{{DocumentLanguage}}"/>
          <p:cNvSpPr>
            <a:spLocks noChangeArrowheads="1"/>
          </p:cNvSpPr>
          <p:nvPr/>
        </p:nvSpPr>
        <p:spPr bwMode="auto">
          <a:xfrm>
            <a:off x="1774726" y="6541200"/>
            <a:ext cx="3397071" cy="31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a-DK" sz="700" b="1" dirty="0">
                <a:solidFill>
                  <a:schemeClr val="bg1"/>
                </a:solidFill>
                <a:latin typeface="+mn-lt"/>
              </a:rPr>
              <a:t>Technical University of Denmark</a:t>
            </a:r>
          </a:p>
        </p:txBody>
      </p:sp>
      <p:sp>
        <p:nvSpPr>
          <p:cNvPr id="5" name="date" descr="{&quot;templafy&quot;:{&quot;type&quot;:&quot;date&quot;,&quot;binding&quot;:&quot;Form.Date&quot;,&quot;format&quot;:&quot;{{DateFormats.GeneralDate}}&quot;}}" title="Form.Date">
            <a:extLst>
              <a:ext uri="{FF2B5EF4-FFF2-40B4-BE49-F238E27FC236}">
                <a16:creationId xmlns:a16="http://schemas.microsoft.com/office/drawing/2014/main" id="{792B975C-625D-4095-8E1D-63F20A11B57C}"/>
              </a:ext>
            </a:extLst>
          </p:cNvPr>
          <p:cNvSpPr/>
          <p:nvPr userDrawn="1"/>
        </p:nvSpPr>
        <p:spPr bwMode="auto">
          <a:xfrm>
            <a:off x="251363" y="6541200"/>
            <a:ext cx="1104013" cy="3168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7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ＭＳ Ｐゴシック" pitchFamily="-80" charset="-128"/>
            </a:endParaRPr>
          </a:p>
        </p:txBody>
      </p:sp>
      <p:sp>
        <p:nvSpPr>
          <p:cNvPr id="7" name="text" descr="{&quot;templafy&quot;:{&quot;binding&quot;:&quot;Form.PresentationTitle&quot;,&quot;type&quot;:&quot;text&quot;}}" title="Form.PresentationTitle">
            <a:extLst>
              <a:ext uri="{FF2B5EF4-FFF2-40B4-BE49-F238E27FC236}">
                <a16:creationId xmlns:a16="http://schemas.microsoft.com/office/drawing/2014/main" id="{06B09BDB-1C7D-4F8A-8F1B-82D88054A428}"/>
              </a:ext>
            </a:extLst>
          </p:cNvPr>
          <p:cNvSpPr txBox="1"/>
          <p:nvPr userDrawn="1"/>
        </p:nvSpPr>
        <p:spPr>
          <a:xfrm>
            <a:off x="5591149" y="6541200"/>
            <a:ext cx="5495949" cy="316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endParaRPr lang="da-DK" sz="7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" name="Top bar">
            <a:extLst>
              <a:ext uri="{FF2B5EF4-FFF2-40B4-BE49-F238E27FC236}">
                <a16:creationId xmlns:a16="http://schemas.microsoft.com/office/drawing/2014/main" id="{35912424-89BF-4A93-9096-3282916C71FE}"/>
              </a:ext>
            </a:extLst>
          </p:cNvPr>
          <p:cNvSpPr/>
          <p:nvPr userDrawn="1"/>
        </p:nvSpPr>
        <p:spPr bwMode="auto">
          <a:xfrm>
            <a:off x="0" y="0"/>
            <a:ext cx="12193200" cy="504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14E9AE0-170F-0C2B-DFF5-DC7F65F4B1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a-DK"/>
              <a:t>Date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4702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71" r:id="rId2"/>
    <p:sldLayoutId id="2147483664" r:id="rId3"/>
    <p:sldLayoutId id="2147483677" r:id="rId4"/>
    <p:sldLayoutId id="2147483672" r:id="rId5"/>
    <p:sldLayoutId id="2147483673" r:id="rId6"/>
    <p:sldLayoutId id="2147483676" r:id="rId7"/>
    <p:sldLayoutId id="2147483666" r:id="rId8"/>
    <p:sldLayoutId id="2147483667" r:id="rId9"/>
    <p:sldLayoutId id="2147483668" r:id="rId10"/>
    <p:sldLayoutId id="2147483669" r:id="rId11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9pPr>
    </p:titleStyle>
    <p:bodyStyle>
      <a:lvl1pPr marL="1980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14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2pPr>
      <a:lvl3pPr marL="6156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828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4pPr>
      <a:lvl5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5pPr>
      <a:lvl6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6pPr>
      <a:lvl7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7pPr>
      <a:lvl8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8pPr>
      <a:lvl9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68" userDrawn="1">
          <p15:clr>
            <a:srgbClr val="F26B43"/>
          </p15:clr>
        </p15:guide>
        <p15:guide id="4" orient="horz" pos="881" userDrawn="1">
          <p15:clr>
            <a:srgbClr val="F26B43"/>
          </p15:clr>
        </p15:guide>
        <p15:guide id="5" orient="horz" pos="1074" userDrawn="1">
          <p15:clr>
            <a:srgbClr val="F26B43"/>
          </p15:clr>
        </p15:guide>
        <p15:guide id="6" orient="horz" pos="393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customXml" Target="../../customXml/item2.xml"/><Relationship Id="rId1" Type="http://schemas.openxmlformats.org/officeDocument/2006/relationships/customXml" Target="../../customXml/item9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1.xml"/><Relationship Id="rId1" Type="http://schemas.openxmlformats.org/officeDocument/2006/relationships/customXml" Target="../../customXml/item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customXml" Target="../../customXml/item4.xml"/><Relationship Id="rId1" Type="http://schemas.openxmlformats.org/officeDocument/2006/relationships/customXml" Target="../../customXml/item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13EF6E-BC23-40A0-80D4-1EBE64DCC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773079-109A-B151-8254-21CB5885C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1D1B73-873D-9679-0388-B2EF9D9F9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</p:spTree>
    <p:custDataLst>
      <p:custData r:id="rId1"/>
      <p:custData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C1393C32-4593-A727-A772-60975780A8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3" name="Subtitle 22">
            <a:extLst>
              <a:ext uri="{FF2B5EF4-FFF2-40B4-BE49-F238E27FC236}">
                <a16:creationId xmlns:a16="http://schemas.microsoft.com/office/drawing/2014/main" id="{2A505916-C26B-4D8F-DD23-7BF9A136D3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7D4DE17D-67D9-66AA-C1C4-1E8F443F4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90800" y="6541200"/>
            <a:ext cx="5497200" cy="316800"/>
          </a:xfrm>
        </p:spPr>
        <p:txBody>
          <a:bodyPr anchor="ctr"/>
          <a:lstStyle/>
          <a:p>
            <a:pPr algn="r"/>
            <a:r>
              <a:rPr lang="en-GB">
                <a:solidFill>
                  <a:schemeClr val="bg1"/>
                </a:solidFill>
              </a:rPr>
              <a:t>Title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A221E4-1851-497D-90EE-984C71121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450" y="6541200"/>
            <a:ext cx="432600" cy="316800"/>
          </a:xfrm>
        </p:spPr>
        <p:txBody>
          <a:bodyPr/>
          <a:lstStyle/>
          <a:p>
            <a:fld id="{24C8C45C-947F-4981-8B3F-4F32E973C901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A068D229-C10D-E6D4-5477-85C69A8B19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2000" y="6541200"/>
            <a:ext cx="1105200" cy="316800"/>
          </a:xfrm>
        </p:spPr>
        <p:txBody>
          <a:bodyPr/>
          <a:lstStyle/>
          <a:p>
            <a:r>
              <a:rPr lang="da-DK"/>
              <a:t>Date</a:t>
            </a:r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320714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84701F51-76CA-6218-F57D-6D38E0749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F2DC0AB-2BB9-30A8-2AEA-3CC1BD12C3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E967E4-EADF-7E19-BEDB-3653565A1E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2000" y="6541200"/>
            <a:ext cx="1105200" cy="316800"/>
          </a:xfrm>
        </p:spPr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E41ADD-762E-B1C4-747E-745159999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90800" y="6541200"/>
            <a:ext cx="5497200" cy="316800"/>
          </a:xfrm>
        </p:spPr>
        <p:txBody>
          <a:bodyPr/>
          <a:lstStyle/>
          <a:p>
            <a:r>
              <a:rPr lang="da-DK"/>
              <a:t>Title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06450" y="6541200"/>
            <a:ext cx="432600" cy="316800"/>
          </a:xfrm>
        </p:spPr>
        <p:txBody>
          <a:bodyPr/>
          <a:lstStyle/>
          <a:p>
            <a:fld id="{103EA872-A674-449B-A120-B97244F8E91D}" type="slidenum">
              <a:rPr lang="en-GB" smtClean="0"/>
              <a:pPr/>
              <a:t>3</a:t>
            </a:fld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79638125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DNEW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heme/theme1.xml><?xml version="1.0" encoding="utf-8"?>
<a:theme xmlns:a="http://schemas.openxmlformats.org/drawingml/2006/main" name="Blank">
  <a:themeElements>
    <a:clrScheme name="DTU">
      <a:dk1>
        <a:srgbClr val="000000"/>
      </a:dk1>
      <a:lt1>
        <a:srgbClr val="FFFFFF"/>
      </a:lt1>
      <a:dk2>
        <a:srgbClr val="990000"/>
      </a:dk2>
      <a:lt2>
        <a:srgbClr val="79238E"/>
      </a:lt2>
      <a:accent1>
        <a:srgbClr val="990000"/>
      </a:accent1>
      <a:accent2>
        <a:srgbClr val="2F3EEA"/>
      </a:accent2>
      <a:accent3>
        <a:srgbClr val="1FD082"/>
      </a:accent3>
      <a:accent4>
        <a:srgbClr val="171748"/>
      </a:accent4>
      <a:accent5>
        <a:srgbClr val="F6D04D"/>
      </a:accent5>
      <a:accent6>
        <a:srgbClr val="FC7634"/>
      </a:accent6>
      <a:hlink>
        <a:srgbClr val="2F3EEA"/>
      </a:hlink>
      <a:folHlink>
        <a:srgbClr val="990000"/>
      </a:folHlink>
    </a:clrScheme>
    <a:fontScheme name="DT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solidFill>
            <a:schemeClr val="accent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ts val="432"/>
          </a:spcBef>
          <a:spcAft>
            <a:spcPct val="0"/>
          </a:spcAft>
          <a:buClrTx/>
          <a:buSzTx/>
          <a:buFontTx/>
          <a:buNone/>
          <a:tabLst/>
          <a:defRPr kumimoji="0" sz="1600" b="0" i="0" u="none" strike="noStrike" cap="none" normalizeH="0" baseline="0" dirty="0" err="1" smtClean="0">
            <a:ln>
              <a:noFill/>
            </a:ln>
            <a:solidFill>
              <a:srgbClr val="FFFFFF"/>
            </a:solidFill>
            <a:effectLst/>
            <a:latin typeface="+mn-lt"/>
            <a:ea typeface="ＭＳ Ｐゴシック" pitchFamily="-80" charset="-128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>
        <a:noFill/>
      </a:spPr>
      <a:bodyPr wrap="square" lIns="0" tIns="0" rIns="0" bIns="0" rtlCol="0">
        <a:spAutoFit/>
      </a:bodyPr>
      <a:lstStyle>
        <a:defPPr algn="l">
          <a:spcBef>
            <a:spcPts val="432"/>
          </a:spcBef>
          <a:defRPr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TU Template 16_9 - Corporate red-ENG.potx" id="{ED70A225-5B60-42AC-912C-67898019C42C}" vid="{E9106579-58D4-45CA-A6E9-5E2F157EFB5C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item1.xml><?xml version="1.0" encoding="utf-8"?>
<TemplafySlideFormConfiguration><![CDATA[{"formFields":[],"formDataEntries":[]}]]></TemplafySlideFormConfiguration>
</file>

<file path=customXml/item2.xml><?xml version="1.0" encoding="utf-8"?>
<TemplafySlideFormConfiguration><![CDATA[{"formFields":[],"formDataEntries":[]}]]></TemplafySlideFormConfiguration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2d82bf4-ffa6-44fd-a363-d1b02327d8af" xsi:nil="true"/>
  </documentManagement>
</p:properties>
</file>

<file path=customXml/item4.xml><?xml version="1.0" encoding="utf-8"?>
<TemplafySlideTemplateConfiguration><![CDATA[{"elementsMetadata":[],"documentContentValidatorConfiguration":{"enableDocumentContentValidator":false,"documentContentValidatorVersion":0},"slideId":"636957680393408391","enableDocumentContentUpdater":true,"version":"1.2"}]]></TemplafySlideTemplateConfiguration>
</file>

<file path=customXml/item5.xml><?xml version="1.0" encoding="utf-8"?>
<TemplafySlideFormConfiguration><![CDATA[{"formFields":[],"formDataEntries":[]}]]></TemplafySlideFormConfiguration>
</file>

<file path=customXml/item6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7.xml><?xml version="1.0" encoding="utf-8"?>
<TemplafyTemplateConfiguration><![CDATA[{"elementsMetadata":[],"transformationConfigurations":[{"language":"{{DocumentLanguage}}","disableUpdates":false,"type":"proofingLanguage"}],"templateName":"DTU Template 16_9 - Corporate red","templateDescription":"","enableDocumentContentUpdater":true,"version":"1.2"}]]></TemplafyTemplateConfiguration>
</file>

<file path=customXml/item8.xml><?xml version="1.0" encoding="utf-8"?>
<TemplafyFormConfiguration><![CDATA[{"formFields":[{"required":false,"type":"datePicker","name":"Date","label":"Date","helpTexts":{"prefix":"","postfix":""},"spacing":{},"fullyQualifiedName":"Date"},{"required":false,"placeholder":"","lines":0,"type":"textBox","name":"PresentationTitle","label":"Presentation title","helpTexts":{"prefix":"","postfix":""},"spacing":{},"fullyQualifiedName":"PresentationTitle"}],"formDataEntries":[]}]]></TemplafyFormConfiguration>
</file>

<file path=customXml/item9.xml><?xml version="1.0" encoding="utf-8"?>
<TemplafySlideTemplateConfiguration><![CDATA[{"elementsMetadata":[],"documentContentValidatorConfiguration":{"enableDocumentContentValidator":false,"documentContentValidatorVersion":0},"slideId":"636957680393236694","enableDocumentContentUpdater":true,"version":"1.2"}]]></TemplafySlideTemplateConfiguration>
</file>

<file path=customXml/item10.xml><?xml version="1.0" encoding="utf-8"?>
<TemplafySlideTemplateConfiguration><![CDATA[{"elementsMetadata":[],"documentContentValidatorConfiguration":{"enableDocumentContentValidator":false,"documentContentValidatorVersion":0},"slideId":"636957680393408390","enableDocumentContentUpdater":true,"version":"1.2"}]]></TemplafySlideTemplateConfiguration>
</file>

<file path=customXml/item1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E2656F0DDA84B4DACC204D19BAA5FC1" ma:contentTypeVersion="12" ma:contentTypeDescription="Opret et nyt dokument." ma:contentTypeScope="" ma:versionID="77ac41461d44302b3c97c2c0ce49f2ba">
  <xsd:schema xmlns:xsd="http://www.w3.org/2001/XMLSchema" xmlns:xs="http://www.w3.org/2001/XMLSchema" xmlns:p="http://schemas.microsoft.com/office/2006/metadata/properties" xmlns:ns3="22d82bf4-ffa6-44fd-a363-d1b02327d8af" targetNamespace="http://schemas.microsoft.com/office/2006/metadata/properties" ma:root="true" ma:fieldsID="6d5cbb4afb2de7c63e5ff267df0443be" ns3:_="">
    <xsd:import namespace="22d82bf4-ffa6-44fd-a363-d1b02327d8a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d82bf4-ffa6-44fd-a363-d1b02327d8a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680B9DC-2D51-4402-BB2C-B8DE0C5AC522}">
  <ds:schemaRefs/>
</ds:datastoreItem>
</file>

<file path=customXml/itemProps2.xml><?xml version="1.0" encoding="utf-8"?>
<ds:datastoreItem xmlns:ds="http://schemas.openxmlformats.org/officeDocument/2006/customXml" ds:itemID="{9587AFF5-BFB0-40A3-85CA-ADEED7540807}">
  <ds:schemaRefs/>
</ds:datastoreItem>
</file>

<file path=customXml/itemProps3.xml><?xml version="1.0" encoding="utf-8"?>
<ds:datastoreItem xmlns:ds="http://schemas.openxmlformats.org/officeDocument/2006/customXml" ds:itemID="{CD7A73E0-5E80-4908-B0DB-9E20244FD024}">
  <ds:schemaRefs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www.w3.org/XML/1998/namespace"/>
    <ds:schemaRef ds:uri="http://purl.org/dc/dcmitype/"/>
    <ds:schemaRef ds:uri="http://purl.org/dc/terms/"/>
    <ds:schemaRef ds:uri="http://schemas.microsoft.com/office/infopath/2007/PartnerControls"/>
    <ds:schemaRef ds:uri="22d82bf4-ffa6-44fd-a363-d1b02327d8af"/>
    <ds:schemaRef ds:uri="http://schemas.microsoft.com/office/2006/metadata/properties"/>
  </ds:schemaRefs>
</ds:datastoreItem>
</file>

<file path=customXml/itemProps4.xml><?xml version="1.0" encoding="utf-8"?>
<ds:datastoreItem xmlns:ds="http://schemas.openxmlformats.org/officeDocument/2006/customXml" ds:itemID="{CA9FC985-930B-40D4-827F-9FAC5D35EA8C}">
  <ds:schemaRefs/>
</ds:datastoreItem>
</file>

<file path=customXml/itemProps5.xml><?xml version="1.0" encoding="utf-8"?>
<ds:datastoreItem xmlns:ds="http://schemas.openxmlformats.org/officeDocument/2006/customXml" ds:itemID="{5DEE4BEE-00BA-4E32-BD26-AF535B50AC95}">
  <ds:schemaRefs/>
</ds:datastoreItem>
</file>

<file path=customXml/itemProps6.xml><?xml version="1.0" encoding="utf-8"?>
<ds:datastoreItem xmlns:ds="http://schemas.openxmlformats.org/officeDocument/2006/customXml" ds:itemID="{49765D68-68C5-4CFA-97ED-A38AD8E70B7F}">
  <ds:schemaRefs>
    <ds:schemaRef ds:uri="http://schemas.microsoft.com/sharepoint/v3/contenttype/forms"/>
  </ds:schemaRefs>
</ds:datastoreItem>
</file>

<file path=customXml/itemProps7.xml><?xml version="1.0" encoding="utf-8"?>
<ds:datastoreItem xmlns:ds="http://schemas.openxmlformats.org/officeDocument/2006/customXml" ds:itemID="{1334258C-C3E7-4029-A615-C886A240FB15}">
  <ds:schemaRefs/>
</ds:datastoreItem>
</file>

<file path=customXml/itemProps8.xml><?xml version="1.0" encoding="utf-8"?>
<ds:datastoreItem xmlns:ds="http://schemas.openxmlformats.org/officeDocument/2006/customXml" ds:itemID="{43763224-B85A-4B53-A86A-261D26A71C30}">
  <ds:schemaRefs/>
</ds:datastoreItem>
</file>

<file path=customXml/itemProps9.xml><?xml version="1.0" encoding="utf-8"?>
<ds:datastoreItem xmlns:ds="http://schemas.openxmlformats.org/officeDocument/2006/customXml" ds:itemID="{D27AE696-61B6-4B19-9CED-6F2A3F244FE3}">
  <ds:schemaRefs/>
</ds:datastoreItem>
</file>

<file path=customXml/itemProps10.xml><?xml version="1.0" encoding="utf-8"?>
<ds:datastoreItem xmlns:ds="http://schemas.openxmlformats.org/officeDocument/2006/customXml" ds:itemID="{6B8AD017-B053-4E30-93B9-B28A44CEC3A4}">
  <ds:schemaRefs/>
</ds:datastoreItem>
</file>

<file path=customXml/itemProps11.xml><?xml version="1.0" encoding="utf-8"?>
<ds:datastoreItem xmlns:ds="http://schemas.openxmlformats.org/officeDocument/2006/customXml" ds:itemID="{E13FA549-685F-4E75-B12D-1668B409658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2d82bf4-ffa6-44fd-a363-d1b02327d8a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DTU_Template</Template>
  <TotalTime>0</TotalTime>
  <Words>10</Words>
  <Application>Microsoft Office PowerPoint</Application>
  <PresentationFormat>Custom</PresentationFormat>
  <Paragraphs>10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Verdana</vt:lpstr>
      <vt:lpstr>Blank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Paulo Ricardo Beckhauser de Araujo</dc:creator>
  <cp:lastModifiedBy>Paulo Ricardo Beckhauser de Araujo</cp:lastModifiedBy>
  <cp:revision>1</cp:revision>
  <dcterms:created xsi:type="dcterms:W3CDTF">2026-03-16T06:20:45Z</dcterms:created>
  <dcterms:modified xsi:type="dcterms:W3CDTF">2026-03-16T06:21:08Z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dIsCodeFreeTemplate">
    <vt:lpwstr>True</vt:lpwstr>
  </property>
  <property fmtid="{D5CDD505-2E9C-101B-9397-08002B2CF9AE}" pid="3" name="TemplafyTimeStamp">
    <vt:lpwstr>2019-06-10T12:53:59.0527961Z</vt:lpwstr>
  </property>
  <property fmtid="{D5CDD505-2E9C-101B-9397-08002B2CF9AE}" pid="4" name="ContentTypeId">
    <vt:lpwstr>0x0101002E2656F0DDA84B4DACC204D19BAA5FC1</vt:lpwstr>
  </property>
</Properties>
</file>